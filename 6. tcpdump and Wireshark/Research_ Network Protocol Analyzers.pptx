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232024" y="33916"/>
            <a:ext cx="5109300" cy="5109300"/>
          </a:xfrm>
          <a:prstGeom prst="ellipse">
            <a:avLst/>
          </a:prstGeom>
          <a:solidFill>
            <a:srgbClr val="E6B8AF">
              <a:alpha val="38749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680989" y="33959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208051" y="1980791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6219324" y="907900"/>
            <a:ext cx="14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2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77875" y="1085950"/>
            <a:ext cx="1492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Similarities</a:t>
            </a:r>
            <a:endParaRPr sz="17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39924" y="1509350"/>
            <a:ext cx="24921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Graphical User Interface (GUI) with detailed visualization of packets (supports filtering, color-coding, and packet decoding).</a:t>
            </a:r>
            <a:b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Ideal for in-depth analysis, protocol inspection, and troubleshooting due to its user-friendly interface and advanced features.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276471" y="1509350"/>
            <a:ext cx="2295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Both are open-source network protocol analyzers.</a:t>
            </a:r>
            <a:b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Both can capture live network traffic and apply filters for analysis.</a:t>
            </a:r>
            <a:b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Both support PCAP (packet capture) format, allowing captured data to be shared between tools.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760925" y="1509350"/>
            <a:ext cx="23793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Command-line based, lightweight, and efficient for quick packet capture and filtering.</a:t>
            </a:r>
            <a:b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●"/>
            </a:pPr>
            <a:r>
              <a:rPr lang="en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Often used for remote troubleshooting, scripting, and environments without a GUI.</a:t>
            </a:r>
            <a:endParaRPr sz="1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